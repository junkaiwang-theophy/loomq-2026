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a6f67a7bbc429a" /><Relationship Type="http://schemas.openxmlformats.org/officeDocument/2006/relationships/extended-properties" Target="/docProps/app.xml" Id="R48353b0db7024503" /><Relationship Type="http://schemas.openxmlformats.org/officeDocument/2006/relationships/officeDocument" Target="/ppt/presentation.xml" Id="Rc2614928055b4a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a95d7274b40f5"/>
  </p:sldMasterIdLst>
  <p:notesMasterIdLst>
    <p:notesMasterId xmlns:r="http://schemas.openxmlformats.org/officeDocument/2006/relationships" r:id="Rfc62cb51edbc4fd1"/>
  </p:notesMasterIdLst>
  <p:sldIdLst>
    <p:sldId xmlns:r="http://schemas.openxmlformats.org/officeDocument/2006/relationships" id="256" r:id="R6d52f90365f6484b"/>
    <p:sldId xmlns:r="http://schemas.openxmlformats.org/officeDocument/2006/relationships" id="257" r:id="R2b71b6b1eda04282"/>
    <p:sldId xmlns:r="http://schemas.openxmlformats.org/officeDocument/2006/relationships" id="258" r:id="R58148d5792444f95"/>
    <p:sldId xmlns:r="http://schemas.openxmlformats.org/officeDocument/2006/relationships" id="259" r:id="Re1b3f7b7fa8642f6"/>
    <p:sldId xmlns:r="http://schemas.openxmlformats.org/officeDocument/2006/relationships" id="260" r:id="R9e03d0eb9c9044cb"/>
    <p:sldId xmlns:r="http://schemas.openxmlformats.org/officeDocument/2006/relationships" id="261" r:id="R314902834bec413f"/>
    <p:sldId xmlns:r="http://schemas.openxmlformats.org/officeDocument/2006/relationships" id="262" r:id="R26f1ac8f72c546dd"/>
    <p:sldId xmlns:r="http://schemas.openxmlformats.org/officeDocument/2006/relationships" id="263" r:id="R5a626d805f0242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b250e8c7943fc" /><Relationship Type="http://schemas.openxmlformats.org/officeDocument/2006/relationships/slideMaster" Target="/ppt/slideMasters/slideMaster1.xml" Id="Re3ea95d7274b40f5" /><Relationship Type="http://schemas.openxmlformats.org/officeDocument/2006/relationships/notesMaster" Target="/ppt/notesMasters/notesMaster1.xml" Id="Rfc62cb51edbc4fd1" /><Relationship Type="http://schemas.openxmlformats.org/officeDocument/2006/relationships/presProps" Target="/ppt/presProps.xml" Id="R860f06894cc647df" /><Relationship Type="http://schemas.openxmlformats.org/officeDocument/2006/relationships/tableStyles" Target="/ppt/tableStyles.xml" Id="Rbe71a9b4333d4d6a" /><Relationship Type="http://schemas.openxmlformats.org/officeDocument/2006/relationships/slide" Target="/ppt/slides/slide1.xml" Id="R6d52f90365f6484b" /><Relationship Type="http://schemas.openxmlformats.org/officeDocument/2006/relationships/slide" Target="/ppt/slides/slide2.xml" Id="R2b71b6b1eda04282" /><Relationship Type="http://schemas.openxmlformats.org/officeDocument/2006/relationships/slide" Target="/ppt/slides/slide3.xml" Id="R58148d5792444f95" /><Relationship Type="http://schemas.openxmlformats.org/officeDocument/2006/relationships/slide" Target="/ppt/slides/slide4.xml" Id="Re1b3f7b7fa8642f6" /><Relationship Type="http://schemas.openxmlformats.org/officeDocument/2006/relationships/slide" Target="/ppt/slides/slide5.xml" Id="R9e03d0eb9c9044cb" /><Relationship Type="http://schemas.openxmlformats.org/officeDocument/2006/relationships/slide" Target="/ppt/slides/slide6.xml" Id="R314902834bec413f" /><Relationship Type="http://schemas.openxmlformats.org/officeDocument/2006/relationships/slide" Target="/ppt/slides/slide7.xml" Id="R26f1ac8f72c546dd" /><Relationship Type="http://schemas.openxmlformats.org/officeDocument/2006/relationships/slide" Target="/ppt/slides/slide8.xml" Id="R5a626d805f02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2d9f7cb2845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54ef184ff4c0f" /><Relationship Type="http://schemas.openxmlformats.org/officeDocument/2006/relationships/notesMaster" Target="/ppt/notesMasters/notesMaster1.xml" Id="Re719dc433a6a44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d19b9078274fd2" /><Relationship Type="http://schemas.openxmlformats.org/officeDocument/2006/relationships/notesMaster" Target="/ppt/notesMasters/notesMaster1.xml" Id="R3e02962e299a4f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c0c6413f44f4b" /><Relationship Type="http://schemas.openxmlformats.org/officeDocument/2006/relationships/notesMaster" Target="/ppt/notesMasters/notesMaster1.xml" Id="R5c525b59b8d541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bec23cc1f94c2e" /><Relationship Type="http://schemas.openxmlformats.org/officeDocument/2006/relationships/notesMaster" Target="/ppt/notesMasters/notesMaster1.xml" Id="R0e11a458b6b9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d14f08e3334401" /><Relationship Type="http://schemas.openxmlformats.org/officeDocument/2006/relationships/notesMaster" Target="/ppt/notesMasters/notesMaster1.xml" Id="Rd3e4a388531640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56d31076e4892" /><Relationship Type="http://schemas.openxmlformats.org/officeDocument/2006/relationships/notesMaster" Target="/ppt/notesMasters/notesMaster1.xml" Id="Rb07e565af17541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b26e26ec864a0f" /><Relationship Type="http://schemas.openxmlformats.org/officeDocument/2006/relationships/notesMaster" Target="/ppt/notesMasters/notesMaster1.xml" Id="R4f8229c6810d46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bfe5cbe6ce4c5d" /><Relationship Type="http://schemas.openxmlformats.org/officeDocument/2006/relationships/notesMaster" Target="/ppt/notesMasters/notesMaster1.xml" Id="R9765eed7acba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docs/TECHNICAL_REPORT.md</a:t>
            </a:r>
          </a:p>
          <a:p xmlns:a="http://schemas.openxmlformats.org/drawingml/2006/main">
            <a:r>
              <a:t>- starter_kit/JUDGE_GUIDE.md</a:t>
            </a:r>
          </a:p>
          <a:p xmlns:a="http://schemas.openxmlformats.org/drawingml/2006/main">
            <a:r>
              <a:t>- https://github.com/QAIDAO/LoomQ-2026/issues/169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starter_kit/README.md</a:t>
            </a:r>
          </a:p>
          <a:p xmlns:a="http://schemas.openxmlformats.org/drawingml/2006/main">
            <a:r>
              <a:t>- starter_kit/PROMPT_CONTRACT.md</a:t>
            </a:r>
          </a:p>
          <a:p xmlns:a="http://schemas.openxmlformats.org/drawingml/2006/main">
            <a:r>
              <a:t>- starter_kit/JUDGE_GUIDE.md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starter_kit/evidence/README.md</a:t>
            </a:r>
          </a:p>
          <a:p xmlns:a="http://schemas.openxmlformats.org/drawingml/2006/main">
            <a:r>
              <a:t>- starter_kit/evidence/files/offline-stress-summary.json</a:t>
            </a:r>
          </a:p>
          <a:p xmlns:a="http://schemas.openxmlformats.org/drawingml/2006/main">
            <a:r>
              <a:t>- starter_kit/evidence/files/pyquafu-cross-validation-summary.json</a:t>
            </a:r>
          </a:p>
          <a:p xmlns:a="http://schemas.openxmlformats.org/drawingml/2006/main">
            <a:r>
              <a:t>- starter_kit/PROOFTRACE.md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starter_kit/PROOFTRACE.md</a:t>
            </a:r>
          </a:p>
          <a:p xmlns:a="http://schemas.openxmlformats.org/drawingml/2006/main">
            <a:r>
              <a:t>- starter_kit/evidence/README.md</a:t>
            </a:r>
          </a:p>
          <a:p xmlns:a="http://schemas.openxmlformats.org/drawingml/2006/main">
            <a:r>
              <a:t>- starter_kit/scripts/prooftrace_benchmark.py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starter_kit/WITNESS_CHAIN.md</a:t>
            </a:r>
          </a:p>
          <a:p xmlns:a="http://schemas.openxmlformats.org/drawingml/2006/main">
            <a:r>
              <a:t>- starter_kit/evidence/README.md</a:t>
            </a:r>
          </a:p>
          <a:p xmlns:a="http://schemas.openxmlformats.org/drawingml/2006/main">
            <a:r>
              <a:t>- starter_kit/JUDGE_GUIDE.md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starter_kit/evidence/README.md</a:t>
            </a:r>
          </a:p>
          <a:p xmlns:a="http://schemas.openxmlformats.org/drawingml/2006/main">
            <a:r>
              <a:t>- starter_kit/hybrid_path_certificate.py</a:t>
            </a:r>
          </a:p>
          <a:p xmlns:a="http://schemas.openxmlformats.org/drawingml/2006/main">
            <a:r>
              <a:t>- starter_kit/scripts/hybrid_path_benchmark.py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starter_kit/JUDGE_GUIDE.md</a:t>
            </a:r>
          </a:p>
          <a:p xmlns:a="http://schemas.openxmlformats.org/drawingml/2006/main">
            <a:r>
              <a:t>- starter_kit/WEB_QA.md</a:t>
            </a:r>
          </a:p>
          <a:p xmlns:a="http://schemas.openxmlformats.org/drawingml/2006/main">
            <a:r>
              <a:t>- starter_kit/evidence/README.md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docs/TECHNICAL_REPORT.md</a:t>
            </a:r>
          </a:p>
          <a:p xmlns:a="http://schemas.openxmlformats.org/drawingml/2006/main">
            <a:r>
              <a:t>- starter_kit/JUDGE_GUIDE.md</a:t>
            </a:r>
          </a:p>
          <a:p xmlns:a="http://schemas.openxmlformats.org/drawingml/2006/main">
            <a:r>
              <a:t>- https://github.com/QAIDAO/LoomQ-2026/issues/169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39e231df349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a5284829c45c0" /><Relationship Type="http://schemas.openxmlformats.org/officeDocument/2006/relationships/slideLayout" Target="/ppt/slideLayouts/slideLayout1.xml" Id="R1f40d31d2e5442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40d31d2e5442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d9b8fb8b245d1" /><Relationship Type="http://schemas.openxmlformats.org/officeDocument/2006/relationships/notesSlide" Target="/ppt/notesSlides/notesSlide1.xml" Id="R9053c38e410248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f2879438c492c" /><Relationship Type="http://schemas.openxmlformats.org/officeDocument/2006/relationships/notesSlide" Target="/ppt/notesSlides/notesSlide2.xml" Id="Rb6aa7f517ffa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9261af5e34288" /><Relationship Type="http://schemas.openxmlformats.org/officeDocument/2006/relationships/notesSlide" Target="/ppt/notesSlides/notesSlide3.xml" Id="R051a866868fd49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990ab9bcd4781" /><Relationship Type="http://schemas.openxmlformats.org/officeDocument/2006/relationships/notesSlide" Target="/ppt/notesSlides/notesSlide4.xml" Id="R882991a1d6fc48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9115398bb4ee8" /><Relationship Type="http://schemas.openxmlformats.org/officeDocument/2006/relationships/notesSlide" Target="/ppt/notesSlides/notesSlide5.xml" Id="R14eeda419927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96ef177804cf3" /><Relationship Type="http://schemas.openxmlformats.org/officeDocument/2006/relationships/notesSlide" Target="/ppt/notesSlides/notesSlide6.xml" Id="Rd2a333df1b9b41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31f0c9b9341ed" /><Relationship Type="http://schemas.openxmlformats.org/officeDocument/2006/relationships/notesSlide" Target="/ppt/notesSlides/notesSlide7.xml" Id="R29869e9f03154a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24144cdc4118" /><Relationship Type="http://schemas.openxmlformats.org/officeDocument/2006/relationships/notesSlide" Target="/ppt/notesSlides/notesSlide8.xml" Id="R3fa32169b745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0E304-DCF0-4028-98B5-76A74CB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LOOMQ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51486-2685-4079-978A-3ACE147C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6A3CB-059A-4516-9728-7D9DB64B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4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让量子 Agent 的答案</a:t>
            </a:r>
          </a:p>
          <a:p xmlns:a="http://schemas.openxmlformats.org/drawingml/2006/main">
            <a:pPr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变成可重放证据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B59DE-52F0-4DBC-9F48-856FA733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5B6470"/>
                </a:solidFill>
              </a:defRPr>
            </a:pPr>
            <a:r>
              <a:rPr sz="1875">
                <a:solidFill>
                  <a:srgbClr val="5B6470"/>
                </a:solidFill>
              </a:rPr>
              <a:t>从自然语言问题，到实验、审计与回放的完整工程链路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BDA52-929D-49E4-B4A8-02054BF0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097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EA573-6722-49E5-A049-EB1A305A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PREDICT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59020-69E9-4BD7-A3BB-976389FB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D4577-52F0-4251-9ACA-6CDA1E97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1FB11-80B9-4FA8-9087-AF29A1C8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89AC7-1368-4D95-8E1F-E2BD460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48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2D4AA-5A0B-464A-AA52-F3EC73B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B6470"/>
                </a:solidFill>
              </a:defRPr>
            </a:pPr>
            <a:r>
              <a:rPr sz="1125">
                <a:solidFill>
                  <a:srgbClr val="5B6470"/>
                </a:solidFill>
              </a:rPr>
              <a:t>JunkaiWang-TheoPhy · Final Submission #169</a:t>
            </a:r>
          </a:p>
        </p:txBody>
      </p:sp>
    </p:spTree>
    <p:extLst>
      <p:ext uri="{BB962C8B-B14F-4D97-AF65-F5344CB8AC3E}">
        <p14:creationId xmlns:p14="http://schemas.microsoft.com/office/powerpoint/2010/main" val="1249332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D1F55-4B02-409E-880B-9511A06B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3FB6E-B386-4ED2-BCA4-337BCFEA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FF90C-2FF3-4F2F-B70B-58FD59C8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F9FB9-CEC3-4524-BED7-F453F7B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3973F-B38A-45FD-96BE-33F01E3A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模型提出候选，系统确认结论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6048-51E9-49D6-9628-1547B66E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B6470"/>
                </a:solidFill>
              </a:defRPr>
            </a:pPr>
            <a:r>
              <a:rPr sz="1725">
                <a:solidFill>
                  <a:srgbClr val="5B6470"/>
                </a:solidFill>
              </a:rPr>
              <a:t>每一步都留下可执行、可检查、可回放的对象。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5FE3E-A13C-4CA2-82E2-31BE210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273D6-5596-420F-933E-5443C446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DF87C-6D0E-4841-81D4-A0B27FC7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自然语言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B7A3E-D360-477F-83B9-82AF2840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问题、目标态、后端约束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D7A22-784B-4F85-9B9A-5A7090B4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9AC3B-8AC4-4B71-86AF-677D7B99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880AF-AF77-4358-9974-EB67154D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68575-EC46-430D-9D03-35C3EECF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语义合同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A8327-10EC-4753-8457-E22CC8D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请求规范与哈希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5E138-8962-495A-8411-2DFAAEE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9B2A2-8F53-4641-8BC0-B8B33E2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28DD8-56DB-4B29-BC3C-8D4D509B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3CECC-ACE7-45F3-8650-50BE9729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Circuit 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D9324-6D25-41EF-8B00-D018B476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12 门白名单与资源边界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30E86-2C1D-425B-A117-4729FEA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CB1E0-12E2-4146-8251-0C32CE1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050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FD4C3-9877-4F63-A22C-205BDACE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33D5B-41AE-40D5-88B8-4B8AF665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908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执行与证据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D1B63-C2D1-4DA0-87C0-045BA97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718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三目标、真机、审计链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232A0-A0EF-4E7C-A8C4-18E4F244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248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11C4D-9BE0-42DD-AEE2-60C0285C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结果不是模型的一句话，而是由独立验证器确认的实验记录。</a:t>
            </a:r>
          </a:p>
        </p:txBody>
      </p:sp>
    </p:spTree>
    <p:extLst>
      <p:ext uri="{BB962C8B-B14F-4D97-AF65-F5344CB8AC3E}">
        <p14:creationId xmlns:p14="http://schemas.microsoft.com/office/powerpoint/2010/main" val="626372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9CA02-27BC-4B80-80BC-947E7645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9BF27-EC3E-430D-ADA5-7CE5D730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2C64B-EFE4-4B24-8DE9-AD7B382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E617C-1A1A-4AF7-B3C9-E2E09353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68F46-1BB9-4963-AFB2-D763DA18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公开证据把工程能力变成可核对数字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ECEEE-7285-4A4A-AFBE-5FE9989F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225/225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12B08-A168-42BF-B833-77DAF2C7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ProofTrace 变异检出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DB169-C869-4BEA-AD30-8F90A251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40,000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58526-02FF-403A-93AC-6885E46C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固定种子离线检查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3CDC4-20CA-4E41-9653-370DAC91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120/120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4979A-0967-4317-B295-854E81B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PyQuafu 交叉验证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DC6DC-7CAE-4839-A340-8887C4F4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4/4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D8A0B-59D2-49F7-BB8F-1E803A82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Hybrid 路径证书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B39E7-EB35-44FA-9CB7-C49E649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CE9A3-E7D3-4EC7-9D99-64DAB05C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6/6 L1 公开电路  ·  500 条 L2 语料  ·  132 项安全重写  ·  15 项 portability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12DE6-53B9-4D50-B378-20B6191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每个数字都对应仓库中的命令、摘要、测试或可追溯证据文件。</a:t>
            </a:r>
          </a:p>
        </p:txBody>
      </p:sp>
    </p:spTree>
    <p:extLst>
      <p:ext uri="{BB962C8B-B14F-4D97-AF65-F5344CB8AC3E}">
        <p14:creationId xmlns:p14="http://schemas.microsoft.com/office/powerpoint/2010/main" val="528595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2A7CD-73D9-44E3-AA77-ECC2EBF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D47AF-1C68-4D79-B4B6-76C2A333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B2ECF-DCED-48A5-9379-39DA33E7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03BF3-4D72-4729-B163-D2D6F29F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C48DC-DB33-43A4-BC5F-1A96D72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ProofTrace 把转译过程变成证明对象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B2115-9B3F-4F3E-90B5-E442FEC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B6470"/>
                </a:solidFill>
              </a:defRPr>
            </a:pPr>
            <a:r>
              <a:rPr sz="1725">
                <a:solidFill>
                  <a:srgbClr val="5B6470"/>
                </a:solidFill>
              </a:rPr>
              <a:t>同一源门谱系贯穿重写、目标 IR、独立回读和证书。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D200F-0822-4D5F-BA8B-C8DD490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795DA-DAFA-4AB1-A0D7-9012E7CC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7E41-CE9D-4453-930D-6D5C512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稳定源门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6B70D-B716-4226-826D-9CE0BBC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42465-6AE2-4C5E-8879-ED87475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908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378E1-444D-493C-98A8-7B797B2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95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REWRITE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7AF0F-7EB5-4836-BF93-2241EFF5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安全重写与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1FB30-7C17-49A1-A263-8BEA60F9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F69A3-3418-4151-90D0-489420FE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FE376-CFD9-4BCE-8F8A-7537B1A8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REREAD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D1DEA-2F35-4B17-A6A0-103A1CBB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目标 parser 回读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E8DEC-8CEA-4582-9DA9-ED7A3EA7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86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53647-18A2-4F0F-AFAB-5E6D88F8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EAC9F-FBA4-497F-A855-C30D968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CERTIFICATE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4D9D5-6DFD-4C71-87EA-1EF3377F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目标哈希与 lineage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A3849-E5E7-4835-AEF6-FD25906E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225/225 删除变异被检出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7FEFD-7DC2-48BE-BADD-B18BA60F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证明链与运行链使用同一份语义对象。</a:t>
            </a:r>
          </a:p>
        </p:txBody>
      </p:sp>
    </p:spTree>
    <p:extLst>
      <p:ext uri="{BB962C8B-B14F-4D97-AF65-F5344CB8AC3E}">
        <p14:creationId xmlns:p14="http://schemas.microsoft.com/office/powerpoint/2010/main" val="807277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4542A-E571-46A3-9FCC-7ED6C873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0AA9E-FA81-49D8-A89E-37150061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51F13-BD85-4032-B083-D0152C0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A1B7E-A98E-4353-974E-1339637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65352-D827-4704-99D3-180127A8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Witness Chain 把多种证据坐标对齐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42435-3632-457F-9115-24B87F89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B6470"/>
                </a:solidFill>
              </a:defRPr>
            </a:pPr>
            <a:r>
              <a:rPr sz="1725">
                <a:solidFill>
                  <a:srgbClr val="5B6470"/>
                </a:solidFill>
              </a:rPr>
              <a:t>一个稳定的操作坐标，让不同面板可以互相复核。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41F55-D482-4D82-9DD8-58802BB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0F9EB-F8A2-4BDC-92C9-C12447C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C4842-D39D-4090-9588-01BFEAE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813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g2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3DBA1-1B69-4A8F-B44D-9D83CA9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575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CX 首门分歧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79801-3325-4E28-861D-6DBBACBC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87AE0-009A-445E-ADE0-8A386CD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DCBF4"/>
                </a:solidFill>
              </a:defRPr>
            </a:pPr>
            <a:r>
              <a:rPr sz="2250" b="1">
                <a:solidFill>
                  <a:srgbClr val="6DCBF4"/>
                </a:solidFill>
              </a:rPr>
              <a:t>m1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D5699-1B8C-45D8-9653-E90D473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统计断言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2545-332E-4868-A8CC-2D4DBA3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9BFAD-F689-4A00-B141-36417F9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m2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9B3A0-C2CC-4B17-8C56-EB004593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Hybrid 分支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6A541-4105-463B-A84A-87B02EE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88569-ADA4-4694-87A7-FE9FEC4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DCBF4"/>
                </a:solidFill>
              </a:defRPr>
            </a:pPr>
            <a:r>
              <a:rPr sz="2250" b="1">
                <a:solidFill>
                  <a:srgbClr val="6DCBF4"/>
                </a:solidFill>
              </a:rPr>
              <a:t>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035C8-E5A1-4AF7-8EE8-F00D8E5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回放验证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D375A-533D-49DA-9A21-B49494F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下载 JSON → verify_causal_audit() → 从输入全量重算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AEC72-4E44-41E7-A41D-1DE68C7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摘要用于发现内容变化；证书内容保持可读、可复核、可重放。</a:t>
            </a:r>
          </a:p>
        </p:txBody>
      </p:sp>
    </p:spTree>
    <p:extLst>
      <p:ext uri="{BB962C8B-B14F-4D97-AF65-F5344CB8AC3E}">
        <p14:creationId xmlns:p14="http://schemas.microsoft.com/office/powerpoint/2010/main" val="1065271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F583A-034F-41BA-B008-835125BB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ED4D2-A1CF-45BA-AEEE-962AEDD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A9E7D-258E-4AFC-8F4E-B443E8C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42C54-04A9-4F1E-A8DF-EC24C05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C96C3-4BB4-4A8E-9627-27BC7DF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Hybrid path certificate 让分支概率完整可见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6B07A-55E1-4EAD-91D6-E80991B1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B6470"/>
                </a:solidFill>
              </a:defRPr>
            </a:pPr>
            <a:r>
              <a:rPr sz="1650">
                <a:solidFill>
                  <a:srgbClr val="5B6470"/>
                </a:solidFill>
              </a:rPr>
              <a:t>证书穷举 declared clbits，精确聚合路径质量，并把 dead path 单独标出。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49356-30E8-4656-B967-AC7509BE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BBEB5-EE1D-4D94-B708-B849EE48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OUTCOME ENUMERATION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A34A1-5707-49DA-B4D9-5EBDFF0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c[0]  c[1]  …  c[n]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201C2-EC95-4A89-ABEF-2D6B8CC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B6470"/>
                </a:solidFill>
              </a:defRPr>
            </a:pPr>
            <a:r>
              <a:rPr sz="1425">
                <a:solidFill>
                  <a:srgbClr val="5B6470"/>
                </a:solidFill>
              </a:rPr>
              <a:t>精确态矢 → 测量结果 → 分支路径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004F-9B91-4AEF-A32D-B805ED66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17841-EDEB-4AB8-82D1-F53CD1C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CERTIFICATE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2EFE8-0DD5-4B4C-8560-2FD029A3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live path     dead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846AB-D7ED-44CE-A701-412D41AD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总概率 = 1.0  ·  tamper 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A45EA-74F0-48D5-8865-6334D6FD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4/4 fixtures 通过验证，4/4 篡改样例被拒绝</a:t>
            </a:r>
          </a:p>
        </p:txBody>
      </p:sp>
    </p:spTree>
    <p:extLst>
      <p:ext uri="{BB962C8B-B14F-4D97-AF65-F5344CB8AC3E}">
        <p14:creationId xmlns:p14="http://schemas.microsoft.com/office/powerpoint/2010/main" val="256953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42193-61B7-4AEC-A0FB-D39E467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9F176-2EB8-45CC-983C-6256B871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395DA-E29B-4D41-BFCA-72144E99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6A195-BDB7-41A5-9C44-A134BA40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F92D3-7606-42FF-9130-6F4BC9F4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一个页面串起学习、实验与复核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77541-C733-4516-A6C5-5DA13E17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E8A57-C2A0-4DBF-85A6-AE04044E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69A6D-935D-4D4F-93A3-04ADAC2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03EF0-1EC8-46A9-96AC-19C1FDBF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C3F0E-B8D4-44AA-8B40-0CD8EB3D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写下你的解释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0867F-5C1D-4442-95E8-8005DBB7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8B9B3-93B5-4795-B317-9AF2DD1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1AC94-28EB-48E6-8211-F294DD0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A/B 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C62EA-A089-4623-93AA-EDF3055E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保留或移除 CX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5A6BC-E567-4125-9443-743E97B7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99B14-3768-41D5-89FD-4A2A2C19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23F3D-6944-4F9A-B8CA-2774F77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81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首门分歧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B15B7-65F9-4D11-A2FB-A4718A7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定位 g2 · CX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9C588-5DFE-4CCD-A39C-15F8DC2B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4D8E9-55FD-48AF-987F-89634CF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7F1F4-C59E-49F5-8758-1D6AC40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审计护照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1F5EA-CCCE-4976-9BFA-FA29655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下载并回放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F517B-4927-4F4D-8278-9A31743F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用户看到的是一次实验，评委看到的是一条可重算证据链。</a:t>
            </a:r>
          </a:p>
        </p:txBody>
      </p:sp>
    </p:spTree>
    <p:extLst>
      <p:ext uri="{BB962C8B-B14F-4D97-AF65-F5344CB8AC3E}">
        <p14:creationId xmlns:p14="http://schemas.microsoft.com/office/powerpoint/2010/main" val="730801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7C16C-5963-4802-B31B-E7F77665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6470"/>
                </a:solidFill>
              </a:defRPr>
            </a:pPr>
            <a:r>
              <a:rPr sz="975" b="1">
                <a:solidFill>
                  <a:srgbClr val="5B6470"/>
                </a:solidFill>
              </a:rPr>
              <a:t>LOOMQ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AC986-AEB0-458B-8CA1-709421C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BB5B8-91F3-46A5-B5A9-0FE27A0A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20468-9883-4998-A022-0C853672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470"/>
                </a:solidFill>
              </a:defRPr>
            </a:pPr>
            <a:r>
              <a:rPr sz="825">
                <a:solidFill>
                  <a:srgbClr val="5B6470"/>
                </a:solidFill>
              </a:rPr>
              <a:t>JunkaiWang-TheoPhy · LoomQ-2026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982E-1E8F-43ED-83E7-A08B215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评委可以从页面走到证据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EA9C5-2949-4927-9EA9-D2ABC5FF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建议现场路径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BABFF-E5B6-410E-B54C-6AB665F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C7508-B5BA-4BF2-A5C4-A1FF280C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87F5F-20AE-4E27-8C39-F31E344F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Quantum World：留下预测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95430-6853-450F-B0E4-E4917CB9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A2341-9441-4057-88FA-FBF9FAA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860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67CE8-4611-4FA5-B962-A1B03926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05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A/B Bell：运行真实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18745-FBE8-4289-BA0F-DC06EA7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8EF4A-07D5-4BFB-9E95-9C76E71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860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54B70-F312-4672-BEA2-40F33B6A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g2 · CX：定位首个分歧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95B9B-BBDA-4415-B5C6-E780790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C3829-B9F0-4618-B7DA-50E347D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0233B-4B09-4995-AE62-529FA25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Inquiry Passport：下载回放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27A02-9321-4872-9B55-5D8C5444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576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C35B3-68D8-44DF-8DDC-09E14C49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38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7B3FA-48F4-44B6-B284-2324A853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57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Witness Chain：重算坐标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208B2-A2F9-4427-87D0-A0C2D363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576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8FB8B-CABC-453A-A37D-90C78A6D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8B174-F855-48A2-B37F-CF06B2F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Hybrid：核对路径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676C7-BC50-4C02-9D33-AD7C1A79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28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DAE34-EAD7-46D0-9E76-38F1CDB6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LoomQ：让量子 Agent 的答案成为可执行、可验证、可回放的实验。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3EA2E-5D6D-419A-BEBB-FB04CAA3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B6470"/>
                </a:solidFill>
              </a:defRPr>
            </a:pPr>
            <a:r>
              <a:rPr sz="1125">
                <a:solidFill>
                  <a:srgbClr val="5B6470"/>
                </a:solidFill>
              </a:rPr>
              <a:t>JunkaiWang-TheoPhy · Final Submission #169</a:t>
            </a:r>
          </a:p>
        </p:txBody>
      </p:sp>
    </p:spTree>
    <p:extLst>
      <p:ext uri="{BB962C8B-B14F-4D97-AF65-F5344CB8AC3E}">
        <p14:creationId xmlns:p14="http://schemas.microsoft.com/office/powerpoint/2010/main" val="1573742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2026-08-25T00:54:22.6220000Z</dcterms:created>
  <dcterms:modified xsi:type="dcterms:W3CDTF">2026-08-25T00:54:22.6220000Z</dcterms:modified>
</coreProperties>
</file>